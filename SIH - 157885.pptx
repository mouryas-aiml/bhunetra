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mes New Roman Bold" charset="1" panose="02020803070505020304"/>
      <p:regular r:id="rId13"/>
    </p:embeddedFont>
    <p:embeddedFont>
      <p:font typeface="Garamond Bold" charset="1" panose="02020804030307010803"/>
      <p:regular r:id="rId14"/>
    </p:embeddedFont>
    <p:embeddedFont>
      <p:font typeface="Arial Bold" charset="1" panose="020B0704020202020204"/>
      <p:regular r:id="rId15"/>
    </p:embeddedFont>
    <p:embeddedFont>
      <p:font typeface="Arial" charset="1" panose="020B0604020202020204"/>
      <p:regular r:id="rId16"/>
    </p:embeddedFont>
    <p:embeddedFont>
      <p:font typeface="Trade Gothic Condensed Bold" charset="1" panose="020B0806040303020004"/>
      <p:regular r:id="rId17"/>
    </p:embeddedFont>
    <p:embeddedFont>
      <p:font typeface="Trade Gothic Condensed" charset="1" panose="020B0506040303020004"/>
      <p:regular r:id="rId18"/>
    </p:embeddedFont>
    <p:embeddedFont>
      <p:font typeface="Calibri (MS)" charset="1" panose="020F0502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https://bhunetra-five.vercel.app" TargetMode="External" Type="http://schemas.openxmlformats.org/officeDocument/2006/relationships/hyperlink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https://github.com/mouryas-aiml/BHUNETRA" TargetMode="External" Type="http://schemas.openxmlformats.org/officeDocument/2006/relationships/hyperlink"/><Relationship Id="rId7" Target="../media/image8.png" Type="http://schemas.openxmlformats.org/officeDocument/2006/relationships/image"/><Relationship Id="rId8" Target="https://github.com/mouryas-aiml/BHUNETRA" TargetMode="External" Type="http://schemas.openxmlformats.org/officeDocument/2006/relationships/hyperlink"/><Relationship Id="rId9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47906" y="1723711"/>
            <a:ext cx="7116635" cy="7908849"/>
            <a:chOff x="0" y="0"/>
            <a:chExt cx="9488847" cy="105451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450887" y="2568093"/>
              <a:ext cx="6553183" cy="7008798"/>
              <a:chOff x="0" y="0"/>
              <a:chExt cx="6407023" cy="685247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07023" cy="6852412"/>
              </a:xfrm>
              <a:custGeom>
                <a:avLst/>
                <a:gdLst/>
                <a:ahLst/>
                <a:cxnLst/>
                <a:rect r="r" b="b" t="t" l="l"/>
                <a:pathLst>
                  <a:path h="6852412" w="6407023">
                    <a:moveTo>
                      <a:pt x="0" y="0"/>
                    </a:moveTo>
                    <a:lnTo>
                      <a:pt x="6407023" y="0"/>
                    </a:lnTo>
                    <a:lnTo>
                      <a:pt x="6407023" y="6852412"/>
                    </a:lnTo>
                    <a:lnTo>
                      <a:pt x="0" y="685241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alphaModFix amt="80000"/>
                </a:blip>
                <a:stretch>
                  <a:fillRect l="0" t="0" r="-149475" b="-1"/>
                </a:stretch>
              </a:blipFill>
            </p:spPr>
          </p:sp>
        </p:grp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88847" cy="10545132"/>
            </a:xfrm>
            <a:custGeom>
              <a:avLst/>
              <a:gdLst/>
              <a:ahLst/>
              <a:cxnLst/>
              <a:rect r="r" b="b" t="t" l="l"/>
              <a:pathLst>
                <a:path h="10545132" w="9488847">
                  <a:moveTo>
                    <a:pt x="0" y="0"/>
                  </a:moveTo>
                  <a:lnTo>
                    <a:pt x="9488847" y="0"/>
                  </a:lnTo>
                  <a:lnTo>
                    <a:pt x="9488847" y="10545132"/>
                  </a:lnTo>
                  <a:lnTo>
                    <a:pt x="0" y="10545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8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59969" y="1695136"/>
            <a:ext cx="1261872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96929" y="332623"/>
            <a:ext cx="15544800" cy="1295838"/>
            <a:chOff x="0" y="0"/>
            <a:chExt cx="20726400" cy="1727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727784"/>
            </a:xfrm>
            <a:custGeom>
              <a:avLst/>
              <a:gdLst/>
              <a:ahLst/>
              <a:cxnLst/>
              <a:rect r="r" b="b" t="t" l="l"/>
              <a:pathLst>
                <a:path h="1727784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727784"/>
                  </a:lnTo>
                  <a:lnTo>
                    <a:pt x="0" y="17277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3561" r="0" b="-25392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0726400" cy="17468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54815" y="3491852"/>
            <a:ext cx="12238038" cy="6339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1510" indent="-325755" lvl="1">
              <a:lnSpc>
                <a:spcPts val="72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SIH26175</a:t>
            </a:r>
          </a:p>
          <a:p>
            <a:pPr algn="just" marL="651510" indent="-325755" lvl="1">
              <a:lnSpc>
                <a:spcPts val="72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– DepthWizard - Single-View</a:t>
            </a:r>
          </a:p>
          <a:p>
            <a:pPr algn="just">
              <a:lnSpc>
                <a:spcPts val="720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Height Estimation and 3D Flythrough</a:t>
            </a:r>
          </a:p>
          <a:p>
            <a:pPr algn="just" marL="651510" indent="-325755" lvl="1">
              <a:lnSpc>
                <a:spcPts val="72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Disaster Management</a:t>
            </a:r>
          </a:p>
          <a:p>
            <a:pPr algn="just" marL="651510" indent="-325755" lvl="1">
              <a:lnSpc>
                <a:spcPts val="72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651510" indent="-325755" lvl="1">
              <a:lnSpc>
                <a:spcPts val="72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ID- 157885</a:t>
            </a:r>
          </a:p>
          <a:p>
            <a:pPr algn="just" marL="651510" indent="-325755" lvl="1">
              <a:lnSpc>
                <a:spcPts val="72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TensorMinds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746329" y="130207"/>
            <a:ext cx="3374774" cy="1593504"/>
            <a:chOff x="0" y="0"/>
            <a:chExt cx="4499699" cy="212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390" y="3124048"/>
            <a:ext cx="18105120" cy="393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(Describe your Idea/Solution/Prototype)</a:t>
            </a: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</a:pP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How it addresses the problem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964750"/>
            <a:ext cx="18288000" cy="350825"/>
            <a:chOff x="0" y="0"/>
            <a:chExt cx="24384000" cy="46776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429666"/>
              <a:chOff x="0" y="0"/>
              <a:chExt cx="24384000" cy="42966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429666"/>
              </a:xfrm>
              <a:custGeom>
                <a:avLst/>
                <a:gdLst/>
                <a:ahLst/>
                <a:cxnLst/>
                <a:rect r="r" b="b" t="t" l="l"/>
                <a:pathLst>
                  <a:path h="429666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429666"/>
                    </a:lnTo>
                    <a:lnTo>
                      <a:pt x="0" y="429666"/>
                    </a:lnTo>
                    <a:close/>
                  </a:path>
                </a:pathLst>
              </a:custGeom>
              <a:solidFill>
                <a:srgbClr val="0070C0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18547080" y="0"/>
              <a:ext cx="5689600" cy="429666"/>
              <a:chOff x="0" y="0"/>
              <a:chExt cx="5689600" cy="42966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689600" cy="429666"/>
              </a:xfrm>
              <a:custGeom>
                <a:avLst/>
                <a:gdLst/>
                <a:ahLst/>
                <a:cxnLst/>
                <a:rect r="r" b="b" t="t" l="l"/>
                <a:pathLst>
                  <a:path h="429666" w="5689600">
                    <a:moveTo>
                      <a:pt x="0" y="0"/>
                    </a:moveTo>
                    <a:lnTo>
                      <a:pt x="5689600" y="0"/>
                    </a:lnTo>
                    <a:lnTo>
                      <a:pt x="5689600" y="429666"/>
                    </a:lnTo>
                    <a:lnTo>
                      <a:pt x="0" y="42966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73040" r="0" b="-242997"/>
                </a:stretch>
              </a:blip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5689600" cy="4677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Trade Gothic Condensed Bold"/>
                    <a:ea typeface="Trade Gothic Condensed Bold"/>
                    <a:cs typeface="Trade Gothic Condensed Bold"/>
                    <a:sym typeface="Trade Gothic Condensed Bold"/>
                  </a:rPr>
                  <a:t>2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9278180" y="38100"/>
              <a:ext cx="6408001" cy="429666"/>
              <a:chOff x="0" y="0"/>
              <a:chExt cx="6408001" cy="42966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08000" cy="429666"/>
              </a:xfrm>
              <a:custGeom>
                <a:avLst/>
                <a:gdLst/>
                <a:ahLst/>
                <a:cxnLst/>
                <a:rect r="r" b="b" t="t" l="l"/>
                <a:pathLst>
                  <a:path h="429666" w="6408000">
                    <a:moveTo>
                      <a:pt x="0" y="0"/>
                    </a:moveTo>
                    <a:lnTo>
                      <a:pt x="6408000" y="0"/>
                    </a:lnTo>
                    <a:lnTo>
                      <a:pt x="6408000" y="429666"/>
                    </a:lnTo>
                    <a:lnTo>
                      <a:pt x="0" y="42966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05619" r="0" b="-275576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08001" cy="4677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Trade Gothic Condensed"/>
                    <a:ea typeface="Trade Gothic Condensed"/>
                    <a:cs typeface="Trade Gothic Condensed"/>
                    <a:sym typeface="Trade Gothic Condensed"/>
                  </a:rPr>
                  <a:t>@SIH Idea submission- Template</a:t>
                </a: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187317" y="129493"/>
            <a:ext cx="17990193" cy="1209422"/>
            <a:chOff x="0" y="0"/>
            <a:chExt cx="23986923" cy="1612563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817043" y="0"/>
              <a:ext cx="21945600" cy="1442903"/>
              <a:chOff x="0" y="0"/>
              <a:chExt cx="21945600" cy="144290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1945600" cy="1442903"/>
              </a:xfrm>
              <a:custGeom>
                <a:avLst/>
                <a:gdLst/>
                <a:ahLst/>
                <a:cxnLst/>
                <a:rect r="r" b="b" t="t" l="l"/>
                <a:pathLst>
                  <a:path h="1442903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442903"/>
                    </a:lnTo>
                    <a:lnTo>
                      <a:pt x="0" y="1442903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17139" r="0" b="-275569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1945600" cy="147147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480"/>
                  </a:lnSpc>
                </a:pPr>
                <a:r>
                  <a:rPr lang="en-US" sz="5400" b="true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IDEA TITLE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80914"/>
              <a:ext cx="2820095" cy="1281075"/>
              <a:chOff x="0" y="0"/>
              <a:chExt cx="2820095" cy="1281075"/>
            </a:xfrm>
          </p:grpSpPr>
          <p:sp>
            <p:nvSpPr>
              <p:cNvPr name="Freeform 17" id="17" descr="Your startup LOGO"/>
              <p:cNvSpPr/>
              <p:nvPr/>
            </p:nvSpPr>
            <p:spPr>
              <a:xfrm flipH="false" flipV="false" rot="0">
                <a:off x="0" y="0"/>
                <a:ext cx="2820053" cy="1281088"/>
              </a:xfrm>
              <a:custGeom>
                <a:avLst/>
                <a:gdLst/>
                <a:ahLst/>
                <a:cxnLst/>
                <a:rect r="r" b="b" t="t" l="l"/>
                <a:pathLst>
                  <a:path h="1281088" w="2820053">
                    <a:moveTo>
                      <a:pt x="0" y="640543"/>
                    </a:moveTo>
                    <a:cubicBezTo>
                      <a:pt x="0" y="286813"/>
                      <a:pt x="631336" y="0"/>
                      <a:pt x="1410027" y="0"/>
                    </a:cubicBezTo>
                    <a:cubicBezTo>
                      <a:pt x="2188717" y="0"/>
                      <a:pt x="2820053" y="286813"/>
                      <a:pt x="2820053" y="640543"/>
                    </a:cubicBezTo>
                    <a:cubicBezTo>
                      <a:pt x="2820053" y="994272"/>
                      <a:pt x="2188717" y="1281088"/>
                      <a:pt x="1410027" y="1281088"/>
                    </a:cubicBezTo>
                    <a:cubicBezTo>
                      <a:pt x="631336" y="1281088"/>
                      <a:pt x="0" y="994272"/>
                      <a:pt x="0" y="6405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8064A2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2820095" cy="1338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TensorMinds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20571786" y="0"/>
              <a:ext cx="3415138" cy="1612563"/>
              <a:chOff x="0" y="0"/>
              <a:chExt cx="4499699" cy="212467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499737" cy="2124710"/>
              </a:xfrm>
              <a:custGeom>
                <a:avLst/>
                <a:gdLst/>
                <a:ahLst/>
                <a:cxnLst/>
                <a:rect r="r" b="b" t="t" l="l"/>
                <a:pathLst>
                  <a:path h="2124710" w="4499737">
                    <a:moveTo>
                      <a:pt x="0" y="0"/>
                    </a:moveTo>
                    <a:lnTo>
                      <a:pt x="4499737" y="0"/>
                    </a:lnTo>
                    <a:lnTo>
                      <a:pt x="4499737" y="2124710"/>
                    </a:lnTo>
                    <a:lnTo>
                      <a:pt x="0" y="212471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0" b="1"/>
                </a:stretch>
              </a:blipFill>
            </p:spPr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1948"/>
            <a:ext cx="16459200" cy="1082018"/>
            <a:chOff x="0" y="0"/>
            <a:chExt cx="21945600" cy="14426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42690"/>
            </a:xfrm>
            <a:custGeom>
              <a:avLst/>
              <a:gdLst/>
              <a:ahLst/>
              <a:cxnLst/>
              <a:rect r="r" b="b" t="t" l="l"/>
              <a:pathLst>
                <a:path h="14426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42690"/>
                  </a:lnTo>
                  <a:lnTo>
                    <a:pt x="0" y="14426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171" r="0" b="-2756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471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099803"/>
            <a:ext cx="14587457" cy="269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97970" indent="-398985" lvl="1">
              <a:lnSpc>
                <a:spcPts val="5291"/>
              </a:lnSpc>
              <a:buFont typeface="Arial"/>
              <a:buChar char="•"/>
            </a:pPr>
            <a:r>
              <a:rPr lang="en-US" sz="440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</a:p>
          <a:p>
            <a:pPr algn="just" marL="797970" indent="-398985" lvl="1">
              <a:lnSpc>
                <a:spcPts val="5291"/>
              </a:lnSpc>
              <a:buFont typeface="Arial"/>
              <a:buChar char="•"/>
            </a:pPr>
            <a:r>
              <a:rPr lang="en-US" sz="440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87317" y="190178"/>
            <a:ext cx="2115071" cy="960807"/>
            <a:chOff x="0" y="0"/>
            <a:chExt cx="2820095" cy="1281075"/>
          </a:xfrm>
        </p:grpSpPr>
        <p:sp>
          <p:nvSpPr>
            <p:cNvPr name="Freeform 7" id="7" descr="Your startup LOGO"/>
            <p:cNvSpPr/>
            <p:nvPr/>
          </p:nvSpPr>
          <p:spPr>
            <a:xfrm flipH="false" flipV="false" rot="0">
              <a:off x="0" y="0"/>
              <a:ext cx="2820053" cy="1281088"/>
            </a:xfrm>
            <a:custGeom>
              <a:avLst/>
              <a:gdLst/>
              <a:ahLst/>
              <a:cxnLst/>
              <a:rect r="r" b="b" t="t" l="l"/>
              <a:pathLst>
                <a:path h="1281088" w="2820053">
                  <a:moveTo>
                    <a:pt x="0" y="640543"/>
                  </a:moveTo>
                  <a:cubicBezTo>
                    <a:pt x="0" y="286813"/>
                    <a:pt x="631336" y="0"/>
                    <a:pt x="1410027" y="0"/>
                  </a:cubicBezTo>
                  <a:cubicBezTo>
                    <a:pt x="2188717" y="0"/>
                    <a:pt x="2820053" y="286813"/>
                    <a:pt x="2820053" y="640543"/>
                  </a:cubicBezTo>
                  <a:cubicBezTo>
                    <a:pt x="2820053" y="994272"/>
                    <a:pt x="2188717" y="1281088"/>
                    <a:pt x="1410027" y="1281088"/>
                  </a:cubicBezTo>
                  <a:cubicBezTo>
                    <a:pt x="631336" y="1281088"/>
                    <a:pt x="0" y="994272"/>
                    <a:pt x="0" y="640543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820095" cy="1338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TensorMinds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616157" y="129493"/>
            <a:ext cx="2561353" cy="1209422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9964750"/>
            <a:ext cx="18288000" cy="350825"/>
            <a:chOff x="0" y="0"/>
            <a:chExt cx="24384000" cy="46776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4384000" cy="429666"/>
              <a:chOff x="0" y="0"/>
              <a:chExt cx="24384000" cy="42966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4384000" cy="429666"/>
              </a:xfrm>
              <a:custGeom>
                <a:avLst/>
                <a:gdLst/>
                <a:ahLst/>
                <a:cxnLst/>
                <a:rect r="r" b="b" t="t" l="l"/>
                <a:pathLst>
                  <a:path h="429666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429666"/>
                    </a:lnTo>
                    <a:lnTo>
                      <a:pt x="0" y="429666"/>
                    </a:lnTo>
                    <a:close/>
                  </a:path>
                </a:pathLst>
              </a:custGeom>
              <a:solidFill>
                <a:srgbClr val="0070C0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18547080" y="0"/>
              <a:ext cx="5689600" cy="429666"/>
              <a:chOff x="0" y="0"/>
              <a:chExt cx="5689600" cy="42966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689600" cy="429666"/>
              </a:xfrm>
              <a:custGeom>
                <a:avLst/>
                <a:gdLst/>
                <a:ahLst/>
                <a:cxnLst/>
                <a:rect r="r" b="b" t="t" l="l"/>
                <a:pathLst>
                  <a:path h="429666" w="5689600">
                    <a:moveTo>
                      <a:pt x="0" y="0"/>
                    </a:moveTo>
                    <a:lnTo>
                      <a:pt x="5689600" y="0"/>
                    </a:lnTo>
                    <a:lnTo>
                      <a:pt x="5689600" y="429666"/>
                    </a:lnTo>
                    <a:lnTo>
                      <a:pt x="0" y="42966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73040" r="0" b="-242997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5689600" cy="4677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Trade Gothic Condensed Bold"/>
                    <a:ea typeface="Trade Gothic Condensed Bold"/>
                    <a:cs typeface="Trade Gothic Condensed Bold"/>
                    <a:sym typeface="Trade Gothic Condensed Bold"/>
                  </a:rPr>
                  <a:t>3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9278180" y="38100"/>
              <a:ext cx="6408001" cy="429666"/>
              <a:chOff x="0" y="0"/>
              <a:chExt cx="6408001" cy="42966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408000" cy="429666"/>
              </a:xfrm>
              <a:custGeom>
                <a:avLst/>
                <a:gdLst/>
                <a:ahLst/>
                <a:cxnLst/>
                <a:rect r="r" b="b" t="t" l="l"/>
                <a:pathLst>
                  <a:path h="429666" w="6408000">
                    <a:moveTo>
                      <a:pt x="0" y="0"/>
                    </a:moveTo>
                    <a:lnTo>
                      <a:pt x="6408000" y="0"/>
                    </a:lnTo>
                    <a:lnTo>
                      <a:pt x="6408000" y="429666"/>
                    </a:lnTo>
                    <a:lnTo>
                      <a:pt x="0" y="42966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05619" r="0" b="-275576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408001" cy="4677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Trade Gothic Condensed"/>
                    <a:ea typeface="Trade Gothic Condensed"/>
                    <a:cs typeface="Trade Gothic Condensed"/>
                    <a:sym typeface="Trade Gothic Condensed"/>
                  </a:rPr>
                  <a:t>@SIH Idea submission- Template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7"/>
            <a:ext cx="16459200" cy="1100138"/>
            <a:chOff x="0" y="0"/>
            <a:chExt cx="21945600" cy="1466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6850"/>
            </a:xfrm>
            <a:custGeom>
              <a:avLst/>
              <a:gdLst/>
              <a:ahLst/>
              <a:cxnLst/>
              <a:rect r="r" b="b" t="t" l="l"/>
              <a:pathLst>
                <a:path h="14668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6850"/>
                  </a:lnTo>
                  <a:lnTo>
                    <a:pt x="0" y="14668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594" r="0" b="-26943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495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05840" y="3827145"/>
            <a:ext cx="13895070" cy="200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 for overcoming these challenges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87317" y="129493"/>
            <a:ext cx="17990193" cy="1209422"/>
            <a:chOff x="0" y="0"/>
            <a:chExt cx="23986923" cy="161256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80914"/>
              <a:ext cx="2820095" cy="1281075"/>
              <a:chOff x="0" y="0"/>
              <a:chExt cx="2820095" cy="1281075"/>
            </a:xfrm>
          </p:grpSpPr>
          <p:sp>
            <p:nvSpPr>
              <p:cNvPr name="Freeform 8" id="8" descr="Your startup LOGO"/>
              <p:cNvSpPr/>
              <p:nvPr/>
            </p:nvSpPr>
            <p:spPr>
              <a:xfrm flipH="false" flipV="false" rot="0">
                <a:off x="0" y="0"/>
                <a:ext cx="2820053" cy="1281088"/>
              </a:xfrm>
              <a:custGeom>
                <a:avLst/>
                <a:gdLst/>
                <a:ahLst/>
                <a:cxnLst/>
                <a:rect r="r" b="b" t="t" l="l"/>
                <a:pathLst>
                  <a:path h="1281088" w="2820053">
                    <a:moveTo>
                      <a:pt x="0" y="640543"/>
                    </a:moveTo>
                    <a:cubicBezTo>
                      <a:pt x="0" y="286813"/>
                      <a:pt x="631336" y="0"/>
                      <a:pt x="1410027" y="0"/>
                    </a:cubicBezTo>
                    <a:cubicBezTo>
                      <a:pt x="2188717" y="0"/>
                      <a:pt x="2820053" y="286813"/>
                      <a:pt x="2820053" y="640543"/>
                    </a:cubicBezTo>
                    <a:cubicBezTo>
                      <a:pt x="2820053" y="994272"/>
                      <a:pt x="2188717" y="1281088"/>
                      <a:pt x="1410027" y="1281088"/>
                    </a:cubicBezTo>
                    <a:cubicBezTo>
                      <a:pt x="631336" y="1281088"/>
                      <a:pt x="0" y="994272"/>
                      <a:pt x="0" y="6405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8064A2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2820095" cy="1338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TensorMinds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0571786" y="0"/>
              <a:ext cx="3415138" cy="1612563"/>
              <a:chOff x="0" y="0"/>
              <a:chExt cx="4499699" cy="212467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499737" cy="2124710"/>
              </a:xfrm>
              <a:custGeom>
                <a:avLst/>
                <a:gdLst/>
                <a:ahLst/>
                <a:cxnLst/>
                <a:rect r="r" b="b" t="t" l="l"/>
                <a:pathLst>
                  <a:path h="2124710" w="4499737">
                    <a:moveTo>
                      <a:pt x="0" y="0"/>
                    </a:moveTo>
                    <a:lnTo>
                      <a:pt x="4499737" y="0"/>
                    </a:lnTo>
                    <a:lnTo>
                      <a:pt x="4499737" y="2124710"/>
                    </a:lnTo>
                    <a:lnTo>
                      <a:pt x="0" y="212471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0" b="1"/>
                </a:stretch>
              </a:blipFill>
            </p:spPr>
          </p:sp>
        </p:grpSp>
      </p:grpSp>
      <p:grpSp>
        <p:nvGrpSpPr>
          <p:cNvPr name="Group 12" id="12"/>
          <p:cNvGrpSpPr/>
          <p:nvPr/>
        </p:nvGrpSpPr>
        <p:grpSpPr>
          <a:xfrm rot="0">
            <a:off x="0" y="9964750"/>
            <a:ext cx="18288000" cy="350825"/>
            <a:chOff x="0" y="0"/>
            <a:chExt cx="24384000" cy="46776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4384000" cy="429666"/>
              <a:chOff x="0" y="0"/>
              <a:chExt cx="24384000" cy="42966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4384000" cy="429666"/>
              </a:xfrm>
              <a:custGeom>
                <a:avLst/>
                <a:gdLst/>
                <a:ahLst/>
                <a:cxnLst/>
                <a:rect r="r" b="b" t="t" l="l"/>
                <a:pathLst>
                  <a:path h="429666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429666"/>
                    </a:lnTo>
                    <a:lnTo>
                      <a:pt x="0" y="429666"/>
                    </a:lnTo>
                    <a:close/>
                  </a:path>
                </a:pathLst>
              </a:custGeom>
              <a:solidFill>
                <a:srgbClr val="0070C0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18547080" y="0"/>
              <a:ext cx="5689600" cy="429666"/>
              <a:chOff x="0" y="0"/>
              <a:chExt cx="5689600" cy="42966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689600" cy="429666"/>
              </a:xfrm>
              <a:custGeom>
                <a:avLst/>
                <a:gdLst/>
                <a:ahLst/>
                <a:cxnLst/>
                <a:rect r="r" b="b" t="t" l="l"/>
                <a:pathLst>
                  <a:path h="429666" w="5689600">
                    <a:moveTo>
                      <a:pt x="0" y="0"/>
                    </a:moveTo>
                    <a:lnTo>
                      <a:pt x="5689600" y="0"/>
                    </a:lnTo>
                    <a:lnTo>
                      <a:pt x="5689600" y="429666"/>
                    </a:lnTo>
                    <a:lnTo>
                      <a:pt x="0" y="42966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73040" r="0" b="-242997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689600" cy="4677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Trade Gothic Condensed Bold"/>
                    <a:ea typeface="Trade Gothic Condensed Bold"/>
                    <a:cs typeface="Trade Gothic Condensed Bold"/>
                    <a:sym typeface="Trade Gothic Condensed Bold"/>
                  </a:rPr>
                  <a:t>4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9278180" y="38100"/>
              <a:ext cx="6408001" cy="429666"/>
              <a:chOff x="0" y="0"/>
              <a:chExt cx="6408001" cy="42966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408000" cy="429666"/>
              </a:xfrm>
              <a:custGeom>
                <a:avLst/>
                <a:gdLst/>
                <a:ahLst/>
                <a:cxnLst/>
                <a:rect r="r" b="b" t="t" l="l"/>
                <a:pathLst>
                  <a:path h="429666" w="6408000">
                    <a:moveTo>
                      <a:pt x="0" y="0"/>
                    </a:moveTo>
                    <a:lnTo>
                      <a:pt x="6408000" y="0"/>
                    </a:lnTo>
                    <a:lnTo>
                      <a:pt x="6408000" y="429666"/>
                    </a:lnTo>
                    <a:lnTo>
                      <a:pt x="0" y="42966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05619" r="0" b="-275576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408001" cy="4677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Trade Gothic Condensed"/>
                    <a:ea typeface="Trade Gothic Condensed"/>
                    <a:cs typeface="Trade Gothic Condensed"/>
                    <a:sym typeface="Trade Gothic Condensed"/>
                  </a:rPr>
                  <a:t>@SIH Idea submission- Template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7"/>
            <a:ext cx="16459200" cy="1082018"/>
            <a:chOff x="0" y="0"/>
            <a:chExt cx="21945600" cy="14426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42690"/>
            </a:xfrm>
            <a:custGeom>
              <a:avLst/>
              <a:gdLst/>
              <a:ahLst/>
              <a:cxnLst/>
              <a:rect r="r" b="b" t="t" l="l"/>
              <a:pathLst>
                <a:path h="14426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42690"/>
                  </a:lnTo>
                  <a:lnTo>
                    <a:pt x="0" y="14426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171" r="0" b="-2756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471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05840" y="3827145"/>
            <a:ext cx="13895070" cy="200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87317" y="129493"/>
            <a:ext cx="17990193" cy="1209422"/>
            <a:chOff x="0" y="0"/>
            <a:chExt cx="23986923" cy="161256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80914"/>
              <a:ext cx="2820095" cy="1281075"/>
              <a:chOff x="0" y="0"/>
              <a:chExt cx="2820095" cy="1281075"/>
            </a:xfrm>
          </p:grpSpPr>
          <p:sp>
            <p:nvSpPr>
              <p:cNvPr name="Freeform 8" id="8" descr="Your startup LOGO"/>
              <p:cNvSpPr/>
              <p:nvPr/>
            </p:nvSpPr>
            <p:spPr>
              <a:xfrm flipH="false" flipV="false" rot="0">
                <a:off x="0" y="0"/>
                <a:ext cx="2820053" cy="1281088"/>
              </a:xfrm>
              <a:custGeom>
                <a:avLst/>
                <a:gdLst/>
                <a:ahLst/>
                <a:cxnLst/>
                <a:rect r="r" b="b" t="t" l="l"/>
                <a:pathLst>
                  <a:path h="1281088" w="2820053">
                    <a:moveTo>
                      <a:pt x="0" y="640543"/>
                    </a:moveTo>
                    <a:cubicBezTo>
                      <a:pt x="0" y="286813"/>
                      <a:pt x="631336" y="0"/>
                      <a:pt x="1410027" y="0"/>
                    </a:cubicBezTo>
                    <a:cubicBezTo>
                      <a:pt x="2188717" y="0"/>
                      <a:pt x="2820053" y="286813"/>
                      <a:pt x="2820053" y="640543"/>
                    </a:cubicBezTo>
                    <a:cubicBezTo>
                      <a:pt x="2820053" y="994272"/>
                      <a:pt x="2188717" y="1281088"/>
                      <a:pt x="1410027" y="1281088"/>
                    </a:cubicBezTo>
                    <a:cubicBezTo>
                      <a:pt x="631336" y="1281088"/>
                      <a:pt x="0" y="994272"/>
                      <a:pt x="0" y="6405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8064A2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2820095" cy="1338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TensorMinds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0571786" y="0"/>
              <a:ext cx="3415138" cy="1612563"/>
              <a:chOff x="0" y="0"/>
              <a:chExt cx="4499699" cy="212467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499737" cy="2124710"/>
              </a:xfrm>
              <a:custGeom>
                <a:avLst/>
                <a:gdLst/>
                <a:ahLst/>
                <a:cxnLst/>
                <a:rect r="r" b="b" t="t" l="l"/>
                <a:pathLst>
                  <a:path h="2124710" w="4499737">
                    <a:moveTo>
                      <a:pt x="0" y="0"/>
                    </a:moveTo>
                    <a:lnTo>
                      <a:pt x="4499737" y="0"/>
                    </a:lnTo>
                    <a:lnTo>
                      <a:pt x="4499737" y="2124710"/>
                    </a:lnTo>
                    <a:lnTo>
                      <a:pt x="0" y="212471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0" b="1"/>
                </a:stretch>
              </a:blipFill>
            </p:spPr>
          </p:sp>
        </p:grpSp>
      </p:grpSp>
      <p:grpSp>
        <p:nvGrpSpPr>
          <p:cNvPr name="Group 12" id="12"/>
          <p:cNvGrpSpPr/>
          <p:nvPr/>
        </p:nvGrpSpPr>
        <p:grpSpPr>
          <a:xfrm rot="0">
            <a:off x="0" y="9964750"/>
            <a:ext cx="18288000" cy="350825"/>
            <a:chOff x="0" y="0"/>
            <a:chExt cx="24384000" cy="46776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4384000" cy="429666"/>
              <a:chOff x="0" y="0"/>
              <a:chExt cx="24384000" cy="42966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4384000" cy="429666"/>
              </a:xfrm>
              <a:custGeom>
                <a:avLst/>
                <a:gdLst/>
                <a:ahLst/>
                <a:cxnLst/>
                <a:rect r="r" b="b" t="t" l="l"/>
                <a:pathLst>
                  <a:path h="429666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429666"/>
                    </a:lnTo>
                    <a:lnTo>
                      <a:pt x="0" y="429666"/>
                    </a:lnTo>
                    <a:close/>
                  </a:path>
                </a:pathLst>
              </a:custGeom>
              <a:solidFill>
                <a:srgbClr val="0070C0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18547080" y="0"/>
              <a:ext cx="5689600" cy="429666"/>
              <a:chOff x="0" y="0"/>
              <a:chExt cx="5689600" cy="42966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689600" cy="429666"/>
              </a:xfrm>
              <a:custGeom>
                <a:avLst/>
                <a:gdLst/>
                <a:ahLst/>
                <a:cxnLst/>
                <a:rect r="r" b="b" t="t" l="l"/>
                <a:pathLst>
                  <a:path h="429666" w="5689600">
                    <a:moveTo>
                      <a:pt x="0" y="0"/>
                    </a:moveTo>
                    <a:lnTo>
                      <a:pt x="5689600" y="0"/>
                    </a:lnTo>
                    <a:lnTo>
                      <a:pt x="5689600" y="429666"/>
                    </a:lnTo>
                    <a:lnTo>
                      <a:pt x="0" y="42966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73040" r="0" b="-242997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689600" cy="4677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Trade Gothic Condensed Bold"/>
                    <a:ea typeface="Trade Gothic Condensed Bold"/>
                    <a:cs typeface="Trade Gothic Condensed Bold"/>
                    <a:sym typeface="Trade Gothic Condensed Bold"/>
                  </a:rPr>
                  <a:t>5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9278180" y="38100"/>
              <a:ext cx="6408001" cy="429666"/>
              <a:chOff x="0" y="0"/>
              <a:chExt cx="6408001" cy="42966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408000" cy="429666"/>
              </a:xfrm>
              <a:custGeom>
                <a:avLst/>
                <a:gdLst/>
                <a:ahLst/>
                <a:cxnLst/>
                <a:rect r="r" b="b" t="t" l="l"/>
                <a:pathLst>
                  <a:path h="429666" w="6408000">
                    <a:moveTo>
                      <a:pt x="0" y="0"/>
                    </a:moveTo>
                    <a:lnTo>
                      <a:pt x="6408000" y="0"/>
                    </a:lnTo>
                    <a:lnTo>
                      <a:pt x="6408000" y="429666"/>
                    </a:lnTo>
                    <a:lnTo>
                      <a:pt x="0" y="42966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05619" r="0" b="-275576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408001" cy="4677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Trade Gothic Condensed"/>
                    <a:ea typeface="Trade Gothic Condensed"/>
                    <a:cs typeface="Trade Gothic Condensed"/>
                    <a:sym typeface="Trade Gothic Condensed"/>
                  </a:rPr>
                  <a:t>@SIH Idea submission- Template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082018"/>
            <a:chOff x="0" y="0"/>
            <a:chExt cx="21945600" cy="14426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42690"/>
            </a:xfrm>
            <a:custGeom>
              <a:avLst/>
              <a:gdLst/>
              <a:ahLst/>
              <a:cxnLst/>
              <a:rect r="r" b="b" t="t" l="l"/>
              <a:pathLst>
                <a:path h="14426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42690"/>
                  </a:lnTo>
                  <a:lnTo>
                    <a:pt x="0" y="14426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171" r="0" b="-2756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471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7317" y="129493"/>
            <a:ext cx="17990193" cy="1209422"/>
            <a:chOff x="0" y="0"/>
            <a:chExt cx="23986923" cy="161256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80914"/>
              <a:ext cx="2820095" cy="1281075"/>
              <a:chOff x="0" y="0"/>
              <a:chExt cx="2820095" cy="1281075"/>
            </a:xfrm>
          </p:grpSpPr>
          <p:sp>
            <p:nvSpPr>
              <p:cNvPr name="Freeform 7" id="7" descr="Your startup LOGO"/>
              <p:cNvSpPr/>
              <p:nvPr/>
            </p:nvSpPr>
            <p:spPr>
              <a:xfrm flipH="false" flipV="false" rot="0">
                <a:off x="0" y="0"/>
                <a:ext cx="2820053" cy="1281088"/>
              </a:xfrm>
              <a:custGeom>
                <a:avLst/>
                <a:gdLst/>
                <a:ahLst/>
                <a:cxnLst/>
                <a:rect r="r" b="b" t="t" l="l"/>
                <a:pathLst>
                  <a:path h="1281088" w="2820053">
                    <a:moveTo>
                      <a:pt x="0" y="640543"/>
                    </a:moveTo>
                    <a:cubicBezTo>
                      <a:pt x="0" y="286813"/>
                      <a:pt x="631336" y="0"/>
                      <a:pt x="1410027" y="0"/>
                    </a:cubicBezTo>
                    <a:cubicBezTo>
                      <a:pt x="2188717" y="0"/>
                      <a:pt x="2820053" y="286813"/>
                      <a:pt x="2820053" y="640543"/>
                    </a:cubicBezTo>
                    <a:cubicBezTo>
                      <a:pt x="2820053" y="994272"/>
                      <a:pt x="2188717" y="1281088"/>
                      <a:pt x="1410027" y="1281088"/>
                    </a:cubicBezTo>
                    <a:cubicBezTo>
                      <a:pt x="631336" y="1281088"/>
                      <a:pt x="0" y="994272"/>
                      <a:pt x="0" y="6405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8064A2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57150"/>
                <a:ext cx="2820095" cy="1338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TensorMinds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0571786" y="0"/>
              <a:ext cx="3415138" cy="1612563"/>
              <a:chOff x="0" y="0"/>
              <a:chExt cx="4499699" cy="212467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499737" cy="2124710"/>
              </a:xfrm>
              <a:custGeom>
                <a:avLst/>
                <a:gdLst/>
                <a:ahLst/>
                <a:cxnLst/>
                <a:rect r="r" b="b" t="t" l="l"/>
                <a:pathLst>
                  <a:path h="2124710" w="4499737">
                    <a:moveTo>
                      <a:pt x="0" y="0"/>
                    </a:moveTo>
                    <a:lnTo>
                      <a:pt x="4499737" y="0"/>
                    </a:lnTo>
                    <a:lnTo>
                      <a:pt x="4499737" y="2124710"/>
                    </a:lnTo>
                    <a:lnTo>
                      <a:pt x="0" y="212471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0" b="1"/>
                </a:stretch>
              </a:blipFill>
            </p:spPr>
          </p:sp>
        </p:grpSp>
      </p:grpSp>
      <p:grpSp>
        <p:nvGrpSpPr>
          <p:cNvPr name="Group 11" id="11"/>
          <p:cNvGrpSpPr/>
          <p:nvPr/>
        </p:nvGrpSpPr>
        <p:grpSpPr>
          <a:xfrm rot="0">
            <a:off x="0" y="9964750"/>
            <a:ext cx="18288000" cy="350825"/>
            <a:chOff x="0" y="0"/>
            <a:chExt cx="24384000" cy="46776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4384000" cy="429666"/>
              <a:chOff x="0" y="0"/>
              <a:chExt cx="24384000" cy="42966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4384000" cy="429666"/>
              </a:xfrm>
              <a:custGeom>
                <a:avLst/>
                <a:gdLst/>
                <a:ahLst/>
                <a:cxnLst/>
                <a:rect r="r" b="b" t="t" l="l"/>
                <a:pathLst>
                  <a:path h="429666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429666"/>
                    </a:lnTo>
                    <a:lnTo>
                      <a:pt x="0" y="429666"/>
                    </a:lnTo>
                    <a:close/>
                  </a:path>
                </a:pathLst>
              </a:custGeom>
              <a:solidFill>
                <a:srgbClr val="0070C0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18547080" y="0"/>
              <a:ext cx="5689600" cy="429666"/>
              <a:chOff x="0" y="0"/>
              <a:chExt cx="5689600" cy="42966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689600" cy="429666"/>
              </a:xfrm>
              <a:custGeom>
                <a:avLst/>
                <a:gdLst/>
                <a:ahLst/>
                <a:cxnLst/>
                <a:rect r="r" b="b" t="t" l="l"/>
                <a:pathLst>
                  <a:path h="429666" w="5689600">
                    <a:moveTo>
                      <a:pt x="0" y="0"/>
                    </a:moveTo>
                    <a:lnTo>
                      <a:pt x="5689600" y="0"/>
                    </a:lnTo>
                    <a:lnTo>
                      <a:pt x="5689600" y="429666"/>
                    </a:lnTo>
                    <a:lnTo>
                      <a:pt x="0" y="42966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73040" r="0" b="-242997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5689600" cy="4677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Trade Gothic Condensed Bold"/>
                    <a:ea typeface="Trade Gothic Condensed Bold"/>
                    <a:cs typeface="Trade Gothic Condensed Bold"/>
                    <a:sym typeface="Trade Gothic Condensed Bold"/>
                  </a:rPr>
                  <a:t>6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9278180" y="38100"/>
              <a:ext cx="6408001" cy="429666"/>
              <a:chOff x="0" y="0"/>
              <a:chExt cx="6408001" cy="42966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408000" cy="429666"/>
              </a:xfrm>
              <a:custGeom>
                <a:avLst/>
                <a:gdLst/>
                <a:ahLst/>
                <a:cxnLst/>
                <a:rect r="r" b="b" t="t" l="l"/>
                <a:pathLst>
                  <a:path h="429666" w="6408000">
                    <a:moveTo>
                      <a:pt x="0" y="0"/>
                    </a:moveTo>
                    <a:lnTo>
                      <a:pt x="6408000" y="0"/>
                    </a:lnTo>
                    <a:lnTo>
                      <a:pt x="6408000" y="429666"/>
                    </a:lnTo>
                    <a:lnTo>
                      <a:pt x="0" y="42966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05619" r="0" b="-275576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408001" cy="4677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Trade Gothic Condensed"/>
                    <a:ea typeface="Trade Gothic Condensed"/>
                    <a:cs typeface="Trade Gothic Condensed"/>
                    <a:sym typeface="Trade Gothic Condensed"/>
                  </a:rPr>
                  <a:t>@SIH Idea submission- Template</a:t>
                </a: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1703320" y="8545759"/>
            <a:ext cx="14881360" cy="1176078"/>
            <a:chOff x="0" y="0"/>
            <a:chExt cx="19841814" cy="1568104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5994400" cy="1568104"/>
              <a:chOff x="0" y="0"/>
              <a:chExt cx="5994400" cy="156810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5994400" cy="1568104"/>
              </a:xfrm>
              <a:custGeom>
                <a:avLst/>
                <a:gdLst/>
                <a:ahLst/>
                <a:cxnLst/>
                <a:rect r="r" b="b" t="t" l="l"/>
                <a:pathLst>
                  <a:path h="1568104" w="5994400">
                    <a:moveTo>
                      <a:pt x="152400" y="0"/>
                    </a:moveTo>
                    <a:lnTo>
                      <a:pt x="5842000" y="0"/>
                    </a:lnTo>
                    <a:cubicBezTo>
                      <a:pt x="5926201" y="0"/>
                      <a:pt x="5994400" y="30074"/>
                      <a:pt x="5994400" y="67204"/>
                    </a:cubicBezTo>
                    <a:lnTo>
                      <a:pt x="5994400" y="1500900"/>
                    </a:lnTo>
                    <a:cubicBezTo>
                      <a:pt x="5994400" y="1538030"/>
                      <a:pt x="5926201" y="1568104"/>
                      <a:pt x="5842000" y="1568104"/>
                    </a:cubicBezTo>
                    <a:lnTo>
                      <a:pt x="152400" y="1568104"/>
                    </a:lnTo>
                    <a:cubicBezTo>
                      <a:pt x="68199" y="1568104"/>
                      <a:pt x="0" y="1538030"/>
                      <a:pt x="0" y="1500900"/>
                    </a:cubicBezTo>
                    <a:lnTo>
                      <a:pt x="0" y="67204"/>
                    </a:lnTo>
                    <a:cubicBezTo>
                      <a:pt x="0" y="30074"/>
                      <a:pt x="68199" y="0"/>
                      <a:pt x="152400" y="0"/>
                    </a:cubicBezTo>
                    <a:close/>
                  </a:path>
                </a:pathLst>
              </a:custGeom>
              <a:solidFill>
                <a:srgbClr val="F3F6F8"/>
              </a:solidFill>
            </p:spPr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143118" y="249887"/>
              <a:ext cx="1068331" cy="1068331"/>
            </a:xfrm>
            <a:custGeom>
              <a:avLst/>
              <a:gdLst/>
              <a:ahLst/>
              <a:cxnLst/>
              <a:rect r="r" b="b" t="t" l="l"/>
              <a:pathLst>
                <a:path h="1068331" w="1068331">
                  <a:moveTo>
                    <a:pt x="0" y="0"/>
                  </a:moveTo>
                  <a:lnTo>
                    <a:pt x="1068331" y="0"/>
                  </a:lnTo>
                  <a:lnTo>
                    <a:pt x="1068331" y="1068330"/>
                  </a:lnTo>
                  <a:lnTo>
                    <a:pt x="0" y="1068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1211449" y="121705"/>
              <a:ext cx="4614704" cy="514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49"/>
                </a:lnSpc>
              </a:pPr>
              <a:r>
                <a:rPr lang="en-US" b="true" sz="2250">
                  <a:solidFill>
                    <a:srgbClr val="12182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GitHub Public Repository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919404" y="736427"/>
              <a:ext cx="3046150" cy="4455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9"/>
                </a:lnSpc>
              </a:pPr>
              <a:r>
                <a:rPr lang="en-US" b="true" sz="1999" u="sng">
                  <a:solidFill>
                    <a:srgbClr val="8064A2"/>
                  </a:solidFill>
                  <a:latin typeface="Arial Bold"/>
                  <a:ea typeface="Arial Bold"/>
                  <a:cs typeface="Arial Bold"/>
                  <a:sym typeface="Arial Bold"/>
                  <a:hlinkClick r:id="rId6" tooltip="https://github.com/mouryas-aiml/BHUNETRA"/>
                </a:rPr>
                <a:t>Click Here To View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6923707" y="0"/>
              <a:ext cx="5994400" cy="1568104"/>
              <a:chOff x="0" y="0"/>
              <a:chExt cx="5994400" cy="156810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994400" cy="1568104"/>
              </a:xfrm>
              <a:custGeom>
                <a:avLst/>
                <a:gdLst/>
                <a:ahLst/>
                <a:cxnLst/>
                <a:rect r="r" b="b" t="t" l="l"/>
                <a:pathLst>
                  <a:path h="1568104" w="5994400">
                    <a:moveTo>
                      <a:pt x="152400" y="0"/>
                    </a:moveTo>
                    <a:lnTo>
                      <a:pt x="5842000" y="0"/>
                    </a:lnTo>
                    <a:cubicBezTo>
                      <a:pt x="5926201" y="0"/>
                      <a:pt x="5994400" y="30074"/>
                      <a:pt x="5994400" y="67204"/>
                    </a:cubicBezTo>
                    <a:lnTo>
                      <a:pt x="5994400" y="1500900"/>
                    </a:lnTo>
                    <a:cubicBezTo>
                      <a:pt x="5994400" y="1538030"/>
                      <a:pt x="5926201" y="1568104"/>
                      <a:pt x="5842000" y="1568104"/>
                    </a:cubicBezTo>
                    <a:lnTo>
                      <a:pt x="152400" y="1568104"/>
                    </a:lnTo>
                    <a:cubicBezTo>
                      <a:pt x="68199" y="1568104"/>
                      <a:pt x="0" y="1538030"/>
                      <a:pt x="0" y="1500900"/>
                    </a:cubicBezTo>
                    <a:lnTo>
                      <a:pt x="0" y="67204"/>
                    </a:lnTo>
                    <a:cubicBezTo>
                      <a:pt x="0" y="30074"/>
                      <a:pt x="68199" y="0"/>
                      <a:pt x="152400" y="0"/>
                    </a:cubicBezTo>
                    <a:close/>
                  </a:path>
                </a:pathLst>
              </a:custGeom>
              <a:solidFill>
                <a:srgbClr val="F3F6F8"/>
              </a:solidFill>
            </p:spPr>
          </p:sp>
        </p:grpSp>
        <p:sp>
          <p:nvSpPr>
            <p:cNvPr name="Freeform 28" id="28"/>
            <p:cNvSpPr/>
            <p:nvPr/>
          </p:nvSpPr>
          <p:spPr>
            <a:xfrm flipH="false" flipV="false" rot="0">
              <a:off x="7088879" y="433806"/>
              <a:ext cx="1182428" cy="833612"/>
            </a:xfrm>
            <a:custGeom>
              <a:avLst/>
              <a:gdLst/>
              <a:ahLst/>
              <a:cxnLst/>
              <a:rect r="r" b="b" t="t" l="l"/>
              <a:pathLst>
                <a:path h="833612" w="1182428">
                  <a:moveTo>
                    <a:pt x="0" y="0"/>
                  </a:moveTo>
                  <a:lnTo>
                    <a:pt x="1182427" y="0"/>
                  </a:lnTo>
                  <a:lnTo>
                    <a:pt x="1182427" y="833611"/>
                  </a:lnTo>
                  <a:lnTo>
                    <a:pt x="0" y="83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8135156" y="121705"/>
              <a:ext cx="4614704" cy="514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49"/>
                </a:lnSpc>
              </a:pPr>
              <a:r>
                <a:rPr lang="en-US" b="true" sz="2250">
                  <a:solidFill>
                    <a:srgbClr val="12182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YouTube - Demo Video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8843111" y="736427"/>
              <a:ext cx="3046150" cy="4455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9"/>
                </a:lnSpc>
              </a:pPr>
              <a:r>
                <a:rPr lang="en-US" b="true" sz="1999" u="sng">
                  <a:solidFill>
                    <a:srgbClr val="8064A2"/>
                  </a:solidFill>
                  <a:latin typeface="Arial Bold"/>
                  <a:ea typeface="Arial Bold"/>
                  <a:cs typeface="Arial Bold"/>
                  <a:sym typeface="Arial Bold"/>
                  <a:hlinkClick r:id="rId8" tooltip="https://github.com/mouryas-aiml/BHUNETRA"/>
                </a:rPr>
                <a:t>Click Here To View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13847414" y="0"/>
              <a:ext cx="5994400" cy="1568104"/>
              <a:chOff x="0" y="0"/>
              <a:chExt cx="5994400" cy="1568104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994400" cy="1568104"/>
              </a:xfrm>
              <a:custGeom>
                <a:avLst/>
                <a:gdLst/>
                <a:ahLst/>
                <a:cxnLst/>
                <a:rect r="r" b="b" t="t" l="l"/>
                <a:pathLst>
                  <a:path h="1568104" w="5994400">
                    <a:moveTo>
                      <a:pt x="152400" y="0"/>
                    </a:moveTo>
                    <a:lnTo>
                      <a:pt x="5842000" y="0"/>
                    </a:lnTo>
                    <a:cubicBezTo>
                      <a:pt x="5926201" y="0"/>
                      <a:pt x="5994400" y="30074"/>
                      <a:pt x="5994400" y="67204"/>
                    </a:cubicBezTo>
                    <a:lnTo>
                      <a:pt x="5994400" y="1500900"/>
                    </a:lnTo>
                    <a:cubicBezTo>
                      <a:pt x="5994400" y="1538030"/>
                      <a:pt x="5926201" y="1568104"/>
                      <a:pt x="5842000" y="1568104"/>
                    </a:cubicBezTo>
                    <a:lnTo>
                      <a:pt x="152400" y="1568104"/>
                    </a:lnTo>
                    <a:cubicBezTo>
                      <a:pt x="68199" y="1568104"/>
                      <a:pt x="0" y="1538030"/>
                      <a:pt x="0" y="1500900"/>
                    </a:cubicBezTo>
                    <a:lnTo>
                      <a:pt x="0" y="67204"/>
                    </a:lnTo>
                    <a:cubicBezTo>
                      <a:pt x="0" y="30074"/>
                      <a:pt x="68199" y="0"/>
                      <a:pt x="152400" y="0"/>
                    </a:cubicBezTo>
                    <a:close/>
                  </a:path>
                </a:pathLst>
              </a:custGeom>
              <a:solidFill>
                <a:srgbClr val="F3F6F8"/>
              </a:solidFill>
            </p:spPr>
          </p:sp>
        </p:grpSp>
        <p:sp>
          <p:nvSpPr>
            <p:cNvPr name="Freeform 33" id="33"/>
            <p:cNvSpPr/>
            <p:nvPr/>
          </p:nvSpPr>
          <p:spPr>
            <a:xfrm flipH="false" flipV="false" rot="0">
              <a:off x="14010307" y="261402"/>
              <a:ext cx="1324067" cy="1178420"/>
            </a:xfrm>
            <a:custGeom>
              <a:avLst/>
              <a:gdLst/>
              <a:ahLst/>
              <a:cxnLst/>
              <a:rect r="r" b="b" t="t" l="l"/>
              <a:pathLst>
                <a:path h="1178420" w="1324067">
                  <a:moveTo>
                    <a:pt x="0" y="0"/>
                  </a:moveTo>
                  <a:lnTo>
                    <a:pt x="1324067" y="0"/>
                  </a:lnTo>
                  <a:lnTo>
                    <a:pt x="1324067" y="1178419"/>
                  </a:lnTo>
                  <a:lnTo>
                    <a:pt x="0" y="1178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15479781" y="121705"/>
              <a:ext cx="4193785" cy="514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49"/>
                </a:lnSpc>
              </a:pPr>
              <a:r>
                <a:rPr lang="en-US" b="true" sz="2250">
                  <a:solidFill>
                    <a:srgbClr val="12182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Deployed Project Link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5766818" y="736427"/>
              <a:ext cx="3046150" cy="4455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9"/>
                </a:lnSpc>
              </a:pPr>
              <a:r>
                <a:rPr lang="en-US" b="true" sz="1999" u="sng">
                  <a:solidFill>
                    <a:srgbClr val="8064A2"/>
                  </a:solidFill>
                  <a:latin typeface="Arial Bold"/>
                  <a:ea typeface="Arial Bold"/>
                  <a:cs typeface="Arial Bold"/>
                  <a:sym typeface="Arial Bold"/>
                  <a:hlinkClick r:id="rId11" tooltip="https://bhunetra-five.vercel.app"/>
                </a:rPr>
                <a:t>Click Here To View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54112" y="1386418"/>
            <a:ext cx="1250072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28575" y="2657970"/>
            <a:ext cx="18345150" cy="6535950"/>
            <a:chOff x="0" y="0"/>
            <a:chExt cx="24460200" cy="87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60200" cy="8714613"/>
            </a:xfrm>
            <a:custGeom>
              <a:avLst/>
              <a:gdLst/>
              <a:ahLst/>
              <a:cxnLst/>
              <a:rect r="r" b="b" t="t" l="l"/>
              <a:pathLst>
                <a:path h="8714613" w="24460200">
                  <a:moveTo>
                    <a:pt x="1452499" y="0"/>
                  </a:moveTo>
                  <a:lnTo>
                    <a:pt x="24460200" y="0"/>
                  </a:lnTo>
                  <a:lnTo>
                    <a:pt x="24460200" y="7262114"/>
                  </a:lnTo>
                  <a:cubicBezTo>
                    <a:pt x="24460200" y="8064246"/>
                    <a:pt x="23809961" y="8714613"/>
                    <a:pt x="23007701" y="8714613"/>
                  </a:cubicBezTo>
                  <a:lnTo>
                    <a:pt x="0" y="8714613"/>
                  </a:lnTo>
                  <a:lnTo>
                    <a:pt x="0" y="1452499"/>
                  </a:lnTo>
                  <a:cubicBezTo>
                    <a:pt x="0" y="650240"/>
                    <a:pt x="650240" y="0"/>
                    <a:pt x="1452499" y="0"/>
                  </a:cubicBezTo>
                  <a:close/>
                </a:path>
              </a:pathLst>
            </a:custGeom>
            <a:solidFill>
              <a:srgbClr val="DCE6F2"/>
            </a:solidFill>
            <a:ln w="57150" cap="sq">
              <a:solidFill>
                <a:srgbClr val="4A7EBB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43176" y="2928404"/>
            <a:ext cx="17464249" cy="6004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Kindly keep the maximum slides limit up to six </a:t>
            </a: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(6). 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 Including the title slide)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Try to avoid paragraphs and post your idea in points /diagrams / Infographics /pictures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your explanation precise and easy to understand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Idea should be unique and novel.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can only use provided template for making the PPT without changing the idea details pointers (mentioned in previous slides).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need to save the file in PDF and upload the same on portal. No PPT, Word Doc or any other format will be supported.</a:t>
            </a:r>
          </a:p>
          <a:p>
            <a:pPr algn="just" marL="488632" indent="-244316" lvl="1">
              <a:lnSpc>
                <a:spcPts val="2916"/>
              </a:lnSpc>
            </a:pPr>
          </a:p>
          <a:p>
            <a:pPr algn="just" marL="488632" indent="-244316" lvl="1">
              <a:lnSpc>
                <a:spcPts val="2916"/>
              </a:lnSpc>
            </a:pP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Note - You can delete this slide (Important Pointers) when you upload the details of your idea on SIH portal.</a:t>
            </a:r>
          </a:p>
          <a:p>
            <a:pPr algn="just" marL="488632" indent="-244316" lvl="1">
              <a:lnSpc>
                <a:spcPts val="291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181501" y="177746"/>
            <a:ext cx="12432925" cy="90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4953" y="1828095"/>
            <a:ext cx="14153607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sz="2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Please ensure below pointers are met while submitting the Idea PPT: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DAHV2BknUF0</dc:identifier>
  <dcterms:modified xsi:type="dcterms:W3CDTF">2011-08-01T06:04:30Z</dcterms:modified>
  <cp:revision>1</cp:revision>
  <dc:title>SIH - 157885</dc:title>
</cp:coreProperties>
</file>